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5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1463040"/>
            <a:ext cx="438912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3200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38404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66751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FBF1"/>
                </a:solidFill>
              </a:rPr>
              <a:t>CLEAR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325880" y="29260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UGClear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25880" y="80467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Clearance Management 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5727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Gondar  ·  Final Year Project Presentation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2204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011680"/>
            <a:ext cx="256032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Admin access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08960" y="20116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22040"/>
          </a:solidFill>
          <a:ln/>
        </p:spPr>
      </p:sp>
      <p:sp>
        <p:nvSpPr>
          <p:cNvPr id="16" name="Shape 14"/>
          <p:cNvSpPr/>
          <p:nvPr/>
        </p:nvSpPr>
        <p:spPr>
          <a:xfrm>
            <a:off x="3108960" y="2011680"/>
            <a:ext cx="256032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clearance tracker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97880" y="20116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22040"/>
          </a:solidFill>
          <a:ln/>
        </p:spPr>
      </p:sp>
      <p:sp>
        <p:nvSpPr>
          <p:cNvPr id="20" name="Shape 18"/>
          <p:cNvSpPr/>
          <p:nvPr/>
        </p:nvSpPr>
        <p:spPr>
          <a:xfrm>
            <a:off x="5897880" y="2011680"/>
            <a:ext cx="256032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97880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· Proctor · Dean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0" y="46634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·  B.Sc. Computer Science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10972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22960"/>
            <a:ext cx="54864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96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Gondar requires students to obtain sign-offs from multiple departments before graduation — Library, Proctor, Cafeteria, Finance, Registrar, and more.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822960"/>
            <a:ext cx="54864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96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188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manual process is paper-based, slow, and error-prone. Students travel across campus collecting physical signatures, causing delays and lost documents.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2487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16352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EFF6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816352"/>
            <a:ext cx="2011680" cy="3657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98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Record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318211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clearance is paper-based with no audit trail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23160" y="2816352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EFF6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423160" y="2816352"/>
            <a:ext cx="2011680" cy="3657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2898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Processing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23160" y="318211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physical queues across departments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2816352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EFF6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2816352"/>
            <a:ext cx="2011680" cy="3657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898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0" y="318211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cannot track their clearance status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720840" y="2816352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EFF6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720840" y="2816352"/>
            <a:ext cx="2011680" cy="3657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2898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Fees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20840" y="318211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liabilities tracked on paper registers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4320" y="41148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UGClear digitizes the entire clearance workflow — web portal for staff, mobile app for students.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10972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0F3556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04672"/>
            <a:ext cx="54864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4124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 digital clearance management system that automates the multi-department sign-off process for University of Gondar students.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6642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993392"/>
            <a:ext cx="256032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933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011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role-based web portal for Admin, Finance, Registrar, and Department staff to manage clearance requests.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256032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14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5328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cross-platform mobile app enabling students to submit requests, view status, and download certificates.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035808"/>
            <a:ext cx="256032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35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054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 JWT authentication with campus-specific access control for all user roles.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557016"/>
            <a:ext cx="256032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5570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5753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real-time clearance tracking dashboard showing step-by-step progress for each student.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078224"/>
            <a:ext cx="256032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782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0965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digital liability recording and payment confirmation to replace paper-based fee registers.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Limitations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10972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40690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04672"/>
            <a:ext cx="54864" cy="3657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869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2252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Multi-campus support (Atse Tewodros, Maraki, Atse Fasil)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65506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Web portal for 6 staff roles: Librarian, Proctor, Cafeteria, Department Head, Dean, Finance, Registrar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0848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Student mobile app (React Native / Expo) for iOS &amp; Android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Clearance request lifecycle: Submit → Review → Approve/Reject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9443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Digital liability recording and payment verification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3741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QR-code clearance certificate generation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8039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Role-based access control with JWT authentication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804672"/>
            <a:ext cx="42519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617720" y="804672"/>
            <a:ext cx="54864" cy="3657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886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122529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Biometric identity verification is out of scope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172821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Live SMS/push notifications require external gateway configuration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223113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Bulk data import from legacy student records not covered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273405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Offline-first mode for the mobile app is partial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323697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Currently limited to University of Gondar campuses only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373989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Automated integration with national ID or HERQA systems not included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10972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2029968" cy="3611880"/>
          </a:xfrm>
          <a:prstGeom prst="roundRect">
            <a:avLst>
              <a:gd name="adj" fmla="val 3604"/>
            </a:avLst>
          </a:prstGeom>
          <a:solidFill>
            <a:srgbClr val="0A1F38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04672"/>
            <a:ext cx="2029968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9611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1847088" cy="640080"/>
          </a:xfrm>
          <a:prstGeom prst="roundRect">
            <a:avLst>
              <a:gd name="adj" fmla="val 7143"/>
            </a:avLst>
          </a:prstGeom>
          <a:solidFill>
            <a:srgbClr val="0F355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16736"/>
            <a:ext cx="1847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  User login with role-based access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1847088" cy="640080"/>
          </a:xfrm>
          <a:prstGeom prst="roundRect">
            <a:avLst>
              <a:gd name="adj" fmla="val 7143"/>
            </a:avLst>
          </a:prstGeom>
          <a:solidFill>
            <a:srgbClr val="0F355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084832"/>
            <a:ext cx="1847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  JWT token session management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1847088" cy="640080"/>
          </a:xfrm>
          <a:prstGeom prst="roundRect">
            <a:avLst>
              <a:gd name="adj" fmla="val 7143"/>
            </a:avLst>
          </a:prstGeom>
          <a:solidFill>
            <a:srgbClr val="0F355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852928"/>
            <a:ext cx="1847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  Password reset &amp; profile update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50592" y="804672"/>
            <a:ext cx="2029968" cy="3611880"/>
          </a:xfrm>
          <a:prstGeom prst="roundRect">
            <a:avLst>
              <a:gd name="adj" fmla="val 3604"/>
            </a:avLst>
          </a:prstGeom>
          <a:solidFill>
            <a:srgbClr val="0A1F38"/>
          </a:solidFill>
          <a:ln/>
        </p:spPr>
      </p:sp>
      <p:sp>
        <p:nvSpPr>
          <p:cNvPr id="17" name="Shape 15"/>
          <p:cNvSpPr/>
          <p:nvPr/>
        </p:nvSpPr>
        <p:spPr>
          <a:xfrm>
            <a:off x="2450592" y="804672"/>
            <a:ext cx="2029968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89611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Flow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42032" y="1298448"/>
            <a:ext cx="1847088" cy="640080"/>
          </a:xfrm>
          <a:prstGeom prst="roundRect">
            <a:avLst>
              <a:gd name="adj" fmla="val 7143"/>
            </a:avLst>
          </a:prstGeom>
          <a:solidFill>
            <a:srgbClr val="0F3556"/>
          </a:solidFill>
          <a:ln/>
        </p:spPr>
      </p:sp>
      <p:sp>
        <p:nvSpPr>
          <p:cNvPr id="20" name="Text 18"/>
          <p:cNvSpPr/>
          <p:nvPr/>
        </p:nvSpPr>
        <p:spPr>
          <a:xfrm>
            <a:off x="2542032" y="1316736"/>
            <a:ext cx="1847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  Submit clearance request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42032" y="2066544"/>
            <a:ext cx="1847088" cy="640080"/>
          </a:xfrm>
          <a:prstGeom prst="roundRect">
            <a:avLst>
              <a:gd name="adj" fmla="val 7143"/>
            </a:avLst>
          </a:prstGeom>
          <a:solidFill>
            <a:srgbClr val="0F3556"/>
          </a:solidFill>
          <a:ln/>
        </p:spPr>
      </p:sp>
      <p:sp>
        <p:nvSpPr>
          <p:cNvPr id="22" name="Text 20"/>
          <p:cNvSpPr/>
          <p:nvPr/>
        </p:nvSpPr>
        <p:spPr>
          <a:xfrm>
            <a:off x="2542032" y="2084832"/>
            <a:ext cx="1847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  Step-by-step approval workflow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42032" y="2834640"/>
            <a:ext cx="1847088" cy="640080"/>
          </a:xfrm>
          <a:prstGeom prst="roundRect">
            <a:avLst>
              <a:gd name="adj" fmla="val 7143"/>
            </a:avLst>
          </a:prstGeom>
          <a:solidFill>
            <a:srgbClr val="0F3556"/>
          </a:solidFill>
          <a:ln/>
        </p:spPr>
      </p:sp>
      <p:sp>
        <p:nvSpPr>
          <p:cNvPr id="24" name="Text 22"/>
          <p:cNvSpPr/>
          <p:nvPr/>
        </p:nvSpPr>
        <p:spPr>
          <a:xfrm>
            <a:off x="2542032" y="2852928"/>
            <a:ext cx="1847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  Approve / reject with comments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26864" y="804672"/>
            <a:ext cx="2029968" cy="3611880"/>
          </a:xfrm>
          <a:prstGeom prst="roundRect">
            <a:avLst>
              <a:gd name="adj" fmla="val 3604"/>
            </a:avLst>
          </a:prstGeom>
          <a:solidFill>
            <a:srgbClr val="0A1F38"/>
          </a:solidFill>
          <a:ln/>
        </p:spPr>
      </p:sp>
      <p:sp>
        <p:nvSpPr>
          <p:cNvPr id="26" name="Shape 24"/>
          <p:cNvSpPr/>
          <p:nvPr/>
        </p:nvSpPr>
        <p:spPr>
          <a:xfrm>
            <a:off x="4626864" y="804672"/>
            <a:ext cx="2029968" cy="45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89611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Docs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18304" y="1298448"/>
            <a:ext cx="1847088" cy="640080"/>
          </a:xfrm>
          <a:prstGeom prst="roundRect">
            <a:avLst>
              <a:gd name="adj" fmla="val 7143"/>
            </a:avLst>
          </a:prstGeom>
          <a:solidFill>
            <a:srgbClr val="0F3556"/>
          </a:solidFill>
          <a:ln/>
        </p:spPr>
      </p:sp>
      <p:sp>
        <p:nvSpPr>
          <p:cNvPr id="29" name="Text 27"/>
          <p:cNvSpPr/>
          <p:nvPr/>
        </p:nvSpPr>
        <p:spPr>
          <a:xfrm>
            <a:off x="4718304" y="1316736"/>
            <a:ext cx="1847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  Record &amp; verify student liabilities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18304" y="2066544"/>
            <a:ext cx="1847088" cy="640080"/>
          </a:xfrm>
          <a:prstGeom prst="roundRect">
            <a:avLst>
              <a:gd name="adj" fmla="val 7143"/>
            </a:avLst>
          </a:prstGeom>
          <a:solidFill>
            <a:srgbClr val="0F3556"/>
          </a:solidFill>
          <a:ln/>
        </p:spPr>
      </p:sp>
      <p:sp>
        <p:nvSpPr>
          <p:cNvPr id="31" name="Text 29"/>
          <p:cNvSpPr/>
          <p:nvPr/>
        </p:nvSpPr>
        <p:spPr>
          <a:xfrm>
            <a:off x="4718304" y="2084832"/>
            <a:ext cx="1847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  Digital payment confirmation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18304" y="2834640"/>
            <a:ext cx="1847088" cy="640080"/>
          </a:xfrm>
          <a:prstGeom prst="roundRect">
            <a:avLst>
              <a:gd name="adj" fmla="val 7143"/>
            </a:avLst>
          </a:prstGeom>
          <a:solidFill>
            <a:srgbClr val="0F3556"/>
          </a:solidFill>
          <a:ln/>
        </p:spPr>
      </p:sp>
      <p:sp>
        <p:nvSpPr>
          <p:cNvPr id="33" name="Text 31"/>
          <p:cNvSpPr/>
          <p:nvPr/>
        </p:nvSpPr>
        <p:spPr>
          <a:xfrm>
            <a:off x="4718304" y="2852928"/>
            <a:ext cx="1847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FR-09  QR certificate generation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03136" y="804672"/>
            <a:ext cx="2029968" cy="3611880"/>
          </a:xfrm>
          <a:prstGeom prst="roundRect">
            <a:avLst>
              <a:gd name="adj" fmla="val 3604"/>
            </a:avLst>
          </a:prstGeom>
          <a:solidFill>
            <a:srgbClr val="0A1F38"/>
          </a:solidFill>
          <a:ln/>
        </p:spPr>
      </p:sp>
      <p:sp>
        <p:nvSpPr>
          <p:cNvPr id="35" name="Shape 33"/>
          <p:cNvSpPr/>
          <p:nvPr/>
        </p:nvSpPr>
        <p:spPr>
          <a:xfrm>
            <a:off x="6803136" y="804672"/>
            <a:ext cx="2029968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03136" y="89611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Reports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94576" y="1298448"/>
            <a:ext cx="1847088" cy="640080"/>
          </a:xfrm>
          <a:prstGeom prst="roundRect">
            <a:avLst>
              <a:gd name="adj" fmla="val 7143"/>
            </a:avLst>
          </a:prstGeom>
          <a:solidFill>
            <a:srgbClr val="0F3556"/>
          </a:solidFill>
          <a:ln/>
        </p:spPr>
      </p:sp>
      <p:sp>
        <p:nvSpPr>
          <p:cNvPr id="38" name="Text 36"/>
          <p:cNvSpPr/>
          <p:nvPr/>
        </p:nvSpPr>
        <p:spPr>
          <a:xfrm>
            <a:off x="6894576" y="1316736"/>
            <a:ext cx="1847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FR-10  Manage users, campuses, departments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94576" y="2066544"/>
            <a:ext cx="1847088" cy="640080"/>
          </a:xfrm>
          <a:prstGeom prst="roundRect">
            <a:avLst>
              <a:gd name="adj" fmla="val 7143"/>
            </a:avLst>
          </a:prstGeom>
          <a:solidFill>
            <a:srgbClr val="0F3556"/>
          </a:solidFill>
          <a:ln/>
        </p:spPr>
      </p:sp>
      <p:sp>
        <p:nvSpPr>
          <p:cNvPr id="40" name="Text 38"/>
          <p:cNvSpPr/>
          <p:nvPr/>
        </p:nvSpPr>
        <p:spPr>
          <a:xfrm>
            <a:off x="6894576" y="2084832"/>
            <a:ext cx="1847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FR-11  View analytics &amp; dashboard metrics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894576" y="2834640"/>
            <a:ext cx="1847088" cy="640080"/>
          </a:xfrm>
          <a:prstGeom prst="roundRect">
            <a:avLst>
              <a:gd name="adj" fmla="val 7143"/>
            </a:avLst>
          </a:prstGeom>
          <a:solidFill>
            <a:srgbClr val="0F3556"/>
          </a:solidFill>
          <a:ln/>
        </p:spPr>
      </p:sp>
      <p:sp>
        <p:nvSpPr>
          <p:cNvPr id="42" name="Text 40"/>
          <p:cNvSpPr/>
          <p:nvPr/>
        </p:nvSpPr>
        <p:spPr>
          <a:xfrm>
            <a:off x="6894576" y="2852928"/>
            <a:ext cx="18470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FR-12  Generate clearance reports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10972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41248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41248"/>
            <a:ext cx="27432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969264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96926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97280" y="9692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129844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authentication, bcrypt password hashing, campus-scoped data isolation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72968" y="841248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172968" y="841248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82696" y="969264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3282696" y="96926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995928" y="9692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82696" y="129844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responses under 300ms; dashboard loads under 2 seconds on standard network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71616" y="841248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071616" y="841248"/>
            <a:ext cx="2743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81344" y="969264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181344" y="96926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894576" y="9692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81344" y="129844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MongoDB-backed system supports multi-campus expansion with minimal configuration change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4688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2468880"/>
            <a:ext cx="27432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2596896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25968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097280" y="25968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2926080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UI; native mobile UX with dark/light theme and multi-language support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72968" y="24688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3172968" y="2468880"/>
            <a:ext cx="274320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82696" y="2596896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EC4899"/>
          </a:solidFill>
          <a:ln/>
        </p:spPr>
      </p:sp>
      <p:sp>
        <p:nvSpPr>
          <p:cNvPr id="34" name="Text 32"/>
          <p:cNvSpPr/>
          <p:nvPr/>
        </p:nvSpPr>
        <p:spPr>
          <a:xfrm>
            <a:off x="3282696" y="25968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995928" y="25968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82696" y="2926080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design with token refresh; graceful error handling across all endpoints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71616" y="24688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071616" y="2468880"/>
            <a:ext cx="274320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81344" y="2596896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94A3B8"/>
          </a:solidFill>
          <a:ln/>
        </p:spPr>
      </p:sp>
      <p:sp>
        <p:nvSpPr>
          <p:cNvPr id="40" name="Text 38"/>
          <p:cNvSpPr/>
          <p:nvPr/>
        </p:nvSpPr>
        <p:spPr>
          <a:xfrm>
            <a:off x="6181344" y="25968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NFR-06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94576" y="25968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81344" y="2926080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Spring Boot backend; React/TypeScript frontend with component-based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10972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0A1F38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04672"/>
            <a:ext cx="2743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96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17904" y="1298448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1645920" y="1554480"/>
            <a:ext cx="0" cy="29260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1664208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99616" y="1847088"/>
            <a:ext cx="146304" cy="219456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1847088"/>
            <a:ext cx="146304" cy="219456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8483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2395728"/>
            <a:ext cx="2468880" cy="292608"/>
          </a:xfrm>
          <a:prstGeom prst="ellipse">
            <a:avLst/>
          </a:prstGeom>
          <a:solidFill>
            <a:srgbClr val="1A2E50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957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&amp; Roles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1480" y="2798064"/>
            <a:ext cx="2468880" cy="292608"/>
          </a:xfrm>
          <a:prstGeom prst="ellipse">
            <a:avLst/>
          </a:prstGeom>
          <a:solidFill>
            <a:srgbClr val="1A2E50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980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Campuses &amp; Departments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1480" y="3200400"/>
            <a:ext cx="2468880" cy="292608"/>
          </a:xfrm>
          <a:prstGeom prst="ellipse">
            <a:avLst/>
          </a:prstGeom>
          <a:solidFill>
            <a:srgbClr val="1A2E50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004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Clearance Requests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1480" y="3602736"/>
            <a:ext cx="2468880" cy="292608"/>
          </a:xfrm>
          <a:prstGeom prst="ellipse">
            <a:avLst/>
          </a:prstGeom>
          <a:solidFill>
            <a:srgbClr val="1A2E50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027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Analytics &amp; Reports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" y="4005072"/>
            <a:ext cx="2468880" cy="292608"/>
          </a:xfrm>
          <a:prstGeom prst="ellipse">
            <a:avLst/>
          </a:prstGeom>
          <a:solidFill>
            <a:srgbClr val="1A2E50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005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Clearance Steps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182112" y="804672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062424"/>
          </a:solidFill>
          <a:ln/>
        </p:spPr>
      </p:sp>
      <p:sp>
        <p:nvSpPr>
          <p:cNvPr id="27" name="Shape 25"/>
          <p:cNvSpPr/>
          <p:nvPr/>
        </p:nvSpPr>
        <p:spPr>
          <a:xfrm>
            <a:off x="3182112" y="804672"/>
            <a:ext cx="27432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82112" y="896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Flow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25696" y="1298448"/>
            <a:ext cx="256032" cy="25603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0" name="Shape 28"/>
          <p:cNvSpPr/>
          <p:nvPr/>
        </p:nvSpPr>
        <p:spPr>
          <a:xfrm>
            <a:off x="4553712" y="1554480"/>
            <a:ext cx="0" cy="29260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70832" y="1664208"/>
            <a:ext cx="36576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07408" y="1847088"/>
            <a:ext cx="146304" cy="219456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3712" y="1847088"/>
            <a:ext cx="146304" cy="219456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208483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319272" y="2395728"/>
            <a:ext cx="2468880" cy="292608"/>
          </a:xfrm>
          <a:prstGeom prst="ellipse">
            <a:avLst/>
          </a:prstGeom>
          <a:solidFill>
            <a:srgbClr val="1A2E50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9272" y="23957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Clearance Request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319272" y="2798064"/>
            <a:ext cx="2468880" cy="292608"/>
          </a:xfrm>
          <a:prstGeom prst="ellipse">
            <a:avLst/>
          </a:prstGeom>
          <a:solidFill>
            <a:srgbClr val="1A2E50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9272" y="27980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Approval Progress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19272" y="3200400"/>
            <a:ext cx="2468880" cy="292608"/>
          </a:xfrm>
          <a:prstGeom prst="ellipse">
            <a:avLst/>
          </a:prstGeom>
          <a:solidFill>
            <a:srgbClr val="1A2E50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9272" y="32004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Outstanding Liabilities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319272" y="3602736"/>
            <a:ext cx="2468880" cy="292608"/>
          </a:xfrm>
          <a:prstGeom prst="ellipse">
            <a:avLst/>
          </a:prstGeom>
          <a:solidFill>
            <a:srgbClr val="1A2E50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9272" y="36027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QR Certificate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319272" y="4005072"/>
            <a:ext cx="2468880" cy="292608"/>
          </a:xfrm>
          <a:prstGeom prst="ellipse">
            <a:avLst/>
          </a:prstGeom>
          <a:solidFill>
            <a:srgbClr val="1A2E50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9272" y="4005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 Settings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089904" y="804672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1F1500"/>
          </a:solidFill>
          <a:ln/>
        </p:spPr>
      </p:sp>
      <p:sp>
        <p:nvSpPr>
          <p:cNvPr id="46" name="Shape 44"/>
          <p:cNvSpPr/>
          <p:nvPr/>
        </p:nvSpPr>
        <p:spPr>
          <a:xfrm>
            <a:off x="6089904" y="804672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9904" y="896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Flow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333488" y="1298448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9" name="Shape 47"/>
          <p:cNvSpPr/>
          <p:nvPr/>
        </p:nvSpPr>
        <p:spPr>
          <a:xfrm>
            <a:off x="7461504" y="1554480"/>
            <a:ext cx="0" cy="292608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78624" y="1664208"/>
            <a:ext cx="36576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15200" y="1847088"/>
            <a:ext cx="146304" cy="219456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61504" y="1847088"/>
            <a:ext cx="146304" cy="219456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72784" y="208483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Roles (6)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27064" y="2395728"/>
            <a:ext cx="2468880" cy="292608"/>
          </a:xfrm>
          <a:prstGeom prst="ellipse">
            <a:avLst/>
          </a:prstGeom>
          <a:solidFill>
            <a:srgbClr val="1A2E50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27064" y="23957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Queue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227064" y="2798064"/>
            <a:ext cx="2468880" cy="292608"/>
          </a:xfrm>
          <a:prstGeom prst="ellipse">
            <a:avLst/>
          </a:prstGeom>
          <a:solidFill>
            <a:srgbClr val="1A2E50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27064" y="27980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Step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27064" y="3200400"/>
            <a:ext cx="2468880" cy="292608"/>
          </a:xfrm>
          <a:prstGeom prst="ellipse">
            <a:avLst/>
          </a:prstGeom>
          <a:solidFill>
            <a:srgbClr val="1A2E50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27064" y="32004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Student Liability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227064" y="3602736"/>
            <a:ext cx="2468880" cy="292608"/>
          </a:xfrm>
          <a:prstGeom prst="ellipse">
            <a:avLst/>
          </a:prstGeom>
          <a:solidFill>
            <a:srgbClr val="1A2E50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27064" y="36027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Payment Receipt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227064" y="4005072"/>
            <a:ext cx="2468880" cy="292608"/>
          </a:xfrm>
          <a:prstGeom prst="ellipse">
            <a:avLst/>
          </a:prstGeom>
          <a:solidFill>
            <a:srgbClr val="1A2E50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27064" y="4005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Department Report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Use Case Descriptions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10972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40690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04672"/>
            <a:ext cx="54864" cy="3154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86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91056" y="88696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117957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91056" y="117957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Clearance Request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4721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91056" y="147218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176479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91056" y="176479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is logged in; no active clearance request exists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20574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Flow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91056" y="20574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Student selects campus and clicks "Request Clearance"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System creates request &amp; notifies all departments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Student sees pending status on dashboard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260604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Postcondition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591056" y="260604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request created; departments notified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" y="289864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Alt. Flow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91056" y="289864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request already exists, system shows existing status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17720" y="804672"/>
            <a:ext cx="425196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617720" y="804672"/>
            <a:ext cx="54864" cy="3154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886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ID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0" y="88696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36592" y="117957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43600" y="117957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Clearance Step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36592" y="14721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943600" y="147218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(Librarian / Proctor / Finance / etc.)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36592" y="176479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43600" y="176479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is logged in; student has a pending request in their queue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36592" y="20574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Flow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43600" y="205740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Staff views assigned queue and selects request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Reviews student record and adds optional comment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Clicks Approve or Reject; system updates status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36592" y="260604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Postcondition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943600" y="260604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marked approved/rejected; student dashboard updates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36592" y="289864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Alt. Flow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943600" y="289864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steps approved, system auto-generates clearance certificate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5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2194560"/>
            <a:ext cx="9034272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3200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38404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66751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325880" y="13716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325880" y="20848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UGClear — Digital Clearance Management 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606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 and discussion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25880" y="324612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F3556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3246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24328" y="324612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F3556"/>
          </a:solidFill>
          <a:ln/>
        </p:spPr>
      </p:sp>
      <p:sp>
        <p:nvSpPr>
          <p:cNvPr id="14" name="Text 12"/>
          <p:cNvSpPr/>
          <p:nvPr/>
        </p:nvSpPr>
        <p:spPr>
          <a:xfrm>
            <a:off x="2624328" y="3246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22776" y="324612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F3556"/>
          </a:solidFill>
          <a:ln/>
        </p:spPr>
      </p:sp>
      <p:sp>
        <p:nvSpPr>
          <p:cNvPr id="16" name="Text 14"/>
          <p:cNvSpPr/>
          <p:nvPr/>
        </p:nvSpPr>
        <p:spPr>
          <a:xfrm>
            <a:off x="3922776" y="3246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21224" y="324612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F3556"/>
          </a:solidFill>
          <a:ln/>
        </p:spPr>
      </p:sp>
      <p:sp>
        <p:nvSpPr>
          <p:cNvPr id="18" name="Text 16"/>
          <p:cNvSpPr/>
          <p:nvPr/>
        </p:nvSpPr>
        <p:spPr>
          <a:xfrm>
            <a:off x="5221224" y="3246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/ React Native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519672" y="324612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F3556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3246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818120" y="324612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F3556"/>
          </a:solidFill>
          <a:ln/>
        </p:spPr>
      </p:sp>
      <p:sp>
        <p:nvSpPr>
          <p:cNvPr id="22" name="Text 20"/>
          <p:cNvSpPr/>
          <p:nvPr/>
        </p:nvSpPr>
        <p:spPr>
          <a:xfrm>
            <a:off x="7818120" y="3246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0" y="46634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Gondar  ·  Computer Science Department  ·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UGClear – Digital Clearance Management System</dc:title>
  <dc:subject>PptxGenJS Presentation</dc:subject>
  <dc:creator>University of Gondar</dc:creator>
  <cp:lastModifiedBy>University of Gondar</cp:lastModifiedBy>
  <cp:revision>1</cp:revision>
  <dcterms:created xsi:type="dcterms:W3CDTF">2026-05-25T23:56:53Z</dcterms:created>
  <dcterms:modified xsi:type="dcterms:W3CDTF">2026-05-25T23:56:53Z</dcterms:modified>
</cp:coreProperties>
</file>